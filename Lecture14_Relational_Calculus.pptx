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CALCULUS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Calculus • Domain Calculus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 — not how to get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0" y="4617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P(t) }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Ask For The Same 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66547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vs Description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= a RECIPE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— you give the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σ ward='W3' (PATIENT)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then π name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“do this, THEN this”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CALCULUS = a DESCRIPTION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— you state the property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 me names t such that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is a patient AND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t’s ward is W3”
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system finds HOW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answer. Algebra says HOW. Calculus says WHAT. This is how SQL thinks.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Relational Calculus (TRC)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stand for whole ROWS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14243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P(t) }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it: “the SET of tuples t, such that condition P(t) is TRUE.”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463040" y="3749040"/>
            <a:ext cx="9235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3749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37490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tuple VARIABLE — stands for one row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63040" y="4434840"/>
            <a:ext cx="9235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4434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44348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 ‘such that’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5120640"/>
            <a:ext cx="9235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51206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condition the row must satisfy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game: describe the property, and every row with that property is your answer.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— A Worked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‘Names of patients in ward W3’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(last week):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F5F2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 (σ ward='W3' (PATIENT))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(this week):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EAF7F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 ∈ PATIENT ∧ t.ward='W3' 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TRC expression piece by piece: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t.name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the name field of the row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∈ PATIENT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ranges over rows of PATIENT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— both conditions must hold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t.ward = 'W3'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2336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row’s ward must be W3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steps. Just a description of which rows qualify — the answer is every t that fits.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Quantifiers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first, symbol second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∃  THERE EXISTS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is AT LEAST ONE row that…”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JOINS: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 w ∈ WARD ( w.no = t.ward 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EXISTS a ward matching this patient”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∀  FOR ALL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row satisfies…”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DIVISION idea, returning: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 c ∈ COURSE ( … took c 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EVERY course, this student took it”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∃ = ‘at least one’ (joins).   ∀ = ‘every’ (the all/division queries).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Relational Calculus (DRC)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97890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stand for single VALUES, not rows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14243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&lt;x, y&gt; | P(x, y) 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whole row t, you name the individual COLUMN values you want.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— picks the ROW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 ∈ PATIENT ∧ t.ward='W3' 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variable = one whole 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— names the VALUES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&lt;n&gt; | ∃ p ( &lt;p,n,'W3'&gt; ∈ PATIENT ) 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= individual field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Rule: Expressions Must Be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must return a FINITE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¬ ( t ∈ PATIENT ) }   —   “all tuples NOT in PATIENT”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INFINITE — every possible tuple in the universe that isn’t a patient. Meaningless.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expression only produces values drawn from the actual database.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every variable must be ‘tied’ to a real relation. If your answer could be infinite, the expression is unsafe.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line: “An expression is safe if it yields a finite set of tuples using only values from the database.”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= TRC = DRC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equally powerful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STANDS FOR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0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06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Algebra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606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(HOW)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(operators on tables)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09760" y="2606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 (σ…)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832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Calculus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3832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(WHAT)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TUPLE (row)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0" y="3383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P(t) 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605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Calculus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1605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(WHAT)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VALUE (column)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0" y="4160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&lt;x,y&gt; | P 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EXAM FACT: All three have the SAME expressive power. Anything expressible in one is expressible in the other two. (Codd’s Theorem)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(eid, name, dept, salary)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5204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 in TRC: names of employees in the ‘Sales’ dept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0873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quantifier means ‘there is at least one’?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465429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quantifier expresses ‘for every’ (division)?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52212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Is algebra more powerful than TRC? (careful!)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1) { t.name | t∈EMP ∧ t.dept='Sales' }   2) ∃   3) ∀   4) No — they’re EQUALLY powerful!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Tuple Relational Calculus with syntax and an example.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relational algebra and relational calculus.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tuple and domain relational calculus.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∃ and ∀ quantifiers with examples.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safe expression in relational calculus?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‘procedural vs declarative’ and ‘all three are equivalent’ are near-guaranteed marks.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In Unit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query languages: DONE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192024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Relational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keys, constraints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Relational Algebra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π ∪ ∩ − × ⋈ ÷ — the HOW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Relational Calculus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749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TRC &amp; DRC — the WHAT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66344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  Schema Refinement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4663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redundancy, FDs, normal forms — NEXT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express any query three different ways. Next, we make the TABLES themselves better.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14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We’ve learned how to QUERY tables.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what if the tables themselves are BADLY designed?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 changes their address… and you have to update it in 50 rows.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one — and your database now CONTRADICTS itself.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920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SEEN DUPLICATED DATA GO WRONG?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SCHEMA REFINEMENT — redundancy, anomalies, and why we NORMALIZE.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2026-07-28T17:00:49Z</dcterms:created>
  <dcterms:modified xsi:type="dcterms:W3CDTF">2026-07-28T17:00:49Z</dcterms:modified>
</cp:coreProperties>
</file>