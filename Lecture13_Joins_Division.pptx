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 •  LECTURE 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JOIN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Part 2 — Joins &amp; Division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operation in all of databases.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4572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⋈   ÷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Left Off: A Million Rows Of Garbage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paired Ravi with the WRONG ward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8960" y="1965960"/>
            <a:ext cx="137160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965960"/>
            <a:ext cx="137160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p.ward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0" y="1965960"/>
            <a:ext cx="137160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23760" y="1965960"/>
            <a:ext cx="137160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242316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242316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242316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242316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2880360"/>
            <a:ext cx="1371600" cy="45720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2880360"/>
            <a:ext cx="1371600" cy="45720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2880360"/>
            <a:ext cx="1371600" cy="45720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2880360"/>
            <a:ext cx="1371600" cy="45720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08960" y="3337560"/>
            <a:ext cx="1371600" cy="45720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3337560"/>
            <a:ext cx="1371600" cy="45720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52160" y="3337560"/>
            <a:ext cx="1371600" cy="45720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23760" y="3337560"/>
            <a:ext cx="1371600" cy="45720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08960" y="379476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379476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52160" y="379476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379476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68680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keep — p.ward = wno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8680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drop — mismatch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1520" y="4297680"/>
            <a:ext cx="10698480" cy="1645920"/>
          </a:xfrm>
          <a:prstGeom prst="roundRect">
            <a:avLst>
              <a:gd name="adj" fmla="val 6667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take the product, then SELECT only rows where the columns MATCH.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p.ward = wno ( PATIENT × WARD )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pattern — product then match — is so common it gets its OWN operation: the JOIN.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13 — Dr. Neha Nandal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⋈  The Join = Product + Selection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45312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symbol for the most-used operation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38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⋈θ  B   ≡   σθ ( A × B 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every row, then keep only the rows that satisfy the join condition θ (theta).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404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5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⋈θ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38404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 JOIN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384048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can be anything: =, &lt;, &gt;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61772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6177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8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⋈ (=)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46177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 JOIN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461772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is EQUALITY — the common case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3949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60320" y="5394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JOIN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539496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auto-match same-named cols, drop the duplicate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13 — Dr. Neha Nandal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 Join → Equi Join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condition is =, it’s an equi join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 (θ) = ANY condition: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⋈ (EMP.salary &gt; MGR.budget) MGR      — join on greater-than, less-than, anything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 join = theta join where θ is EQUALITY: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5661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661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⋈ (PATIENT.ward = WARD.ward_no) WARD      — the everyday join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for exams: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equi join is a theta join. The equi join keeps BOTH matching columns (ward AND ward_no) — so they appear twice. The natural join fixes that…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13 — Dr. Neha Nandal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⋈  Natural Join — The Clean 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76859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Auto-match, and drop the duplicate column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91440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2011680"/>
            <a:ext cx="91440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011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2011680"/>
            <a:ext cx="914400" cy="411480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011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423160"/>
            <a:ext cx="914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23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2423160"/>
            <a:ext cx="914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423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2423160"/>
            <a:ext cx="914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423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2834640"/>
            <a:ext cx="91440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37360" y="2834640"/>
            <a:ext cx="91440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2834640"/>
            <a:ext cx="91440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⋈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389120" y="1737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2011680"/>
            <a:ext cx="1051560" cy="411480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20116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40680" y="2011680"/>
            <a:ext cx="105156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20116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0" y="2423160"/>
            <a:ext cx="10515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2423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40680" y="2423160"/>
            <a:ext cx="10515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2423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0" y="2834640"/>
            <a:ext cx="105156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28346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40680" y="2834640"/>
            <a:ext cx="105156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28346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on the shared 'ward' column automatically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296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 PATIENT ⋈ WARD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" y="3886200"/>
            <a:ext cx="137160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194560" y="3886200"/>
            <a:ext cx="137160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9456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566160" y="3886200"/>
            <a:ext cx="137160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937760" y="3886200"/>
            <a:ext cx="137160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2960" y="434340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194560" y="434340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566160" y="434340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6616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937760" y="434340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22960" y="480060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4800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194560" y="480060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94560" y="4800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566160" y="480060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66160" y="4800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937760" y="4800600"/>
            <a:ext cx="1371600" cy="45720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37760" y="4800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85800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one 'ward' column, not two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31520" y="5440680"/>
            <a:ext cx="10698480" cy="777240"/>
          </a:xfrm>
          <a:prstGeom prst="roundRect">
            <a:avLst>
              <a:gd name="adj" fmla="val 14118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join = equi join on same-named columns + automatically remove the duplicate column. This is THE join you’ll use 90% of the time.</a:t>
            </a:r>
            <a:endParaRPr lang="en-US" sz="1450" dirty="0"/>
          </a:p>
        </p:txBody>
      </p:sp>
      <p:sp>
        <p:nvSpPr>
          <p:cNvPr id="67" name="Text 6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13 — Dr. Neha Nandal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Join Reconnects What We Split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97890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978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Lecture 11? Foreign keys, rejoined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Lecture 11 we BROKE the hospital into separate tables so each fact lived in one place.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foreign key (PATIENT.ward) pointed at the primary key (WARD.ward_no)…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017520"/>
            <a:ext cx="7589520" cy="1280160"/>
          </a:xfrm>
          <a:prstGeom prst="roundRect">
            <a:avLst>
              <a:gd name="adj" fmla="val 8571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JOIN follows that pointer.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6576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⋈ WARD  →  every patient WITH their real ward’s details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splits data apart to keep it clean. The join puts it back together on demand.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the whole rhythm of a relational database: split to store, join to query.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13 — Dr. Neha Nandal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 Division — Start With The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55828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558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‘Find who did it ALL’ — that’s division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“Find the students who took EVERY course offered.”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554480" cy="402336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375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3337560"/>
            <a:ext cx="1554480" cy="402336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3375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739896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398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3739896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7398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42232"/>
            <a:ext cx="1554480" cy="402336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422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4142232"/>
            <a:ext cx="1554480" cy="402336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41422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4544568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44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4544568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4544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4946904"/>
            <a:ext cx="1554480" cy="402336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9469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4946904"/>
            <a:ext cx="1554480" cy="402336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49469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5349240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492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5349240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53492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20640" y="3337560"/>
            <a:ext cx="1371600" cy="402336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3375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120640" y="3739896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7398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4142232"/>
            <a:ext cx="1371600" cy="402336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4142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who has a row for C1 AND a row for C2 — every course in COURSE?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it out by hand first — no notation yet.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13 — Dr. Neha Nandal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 Division — Work It 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ones who did ALL of them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each student against {C1, C2}: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26080" y="22860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took C1 ✓  and C2 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22860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took ALL → KEEP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63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26080" y="30632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took C1 ✓  but C2 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30632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one → drop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8404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26080" y="38404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took C1 ✓  and C2 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0" y="38404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took ALL → KEEP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475488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38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TAKES ÷ COURSE  =  { Ravi, Ahmed }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A ÷ B = the values in A that are paired with EVERY value in B. That’s the ‘for all’ operation.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13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Relational Algebra — One Table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this for revision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7830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78308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4144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4144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34640" y="24414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44144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rows (WHERE)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3099816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998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34640" y="309981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309981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columns (SELECT) — removes duplicates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3758184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581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∪ ∩ 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834640" y="37581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75818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union-compatible tables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" y="4416552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4165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834640" y="44165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441655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every row with every row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1520" y="507492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0749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⋈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834640" y="50749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507492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+ match — the everyday operation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31520" y="573328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7332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834640" y="57332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573328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‘for ALL’ query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13 — Dr. Neha Nandal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join operations — theta, equi and natural join — with examples.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division? Explain with a suitable example (‘all courses’).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equi join and natural join.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that a join equals product followed by selection.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division the right operation to use?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 ‘all / every’ in a question is the signal for DIVISION. Spot that word and you’re halfway there.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13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THE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STUDENT(sid, name)   •   ENROLL(sid, cid)   •   COURSE(cid, title)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Join ENROLL with STUDENT to get student NAMES with their course IDs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40416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Which join auto-removes the duplicate 'sid' column?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6085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Write the query: names of students enrolled in course 'C101'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51755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Which operation finds students enrolled in ALL courses?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E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 1) ENROLL ⋈ STUDENT  2) natural join  3) π name(σ cid='C101'(ENROLL ⋈ STUDENT))  4) division ÷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Algebra: COMPLETE 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 π  ∪  ∩  −  ×  ⋈  ÷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express ANY query as an algebra expression.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algebra says HOW to compute a query, step by step.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could just describe WHAT you want, and let the system figure out how?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507492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0749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COMMENT: PROCEDURAL vs DECLARATIVE?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Relational CALCULUS — tuple &amp; domain calculus, the ‘what, not how’ languages.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2026-07-28T08:07:23Z</dcterms:created>
  <dcterms:modified xsi:type="dcterms:W3CDTF">2026-07-28T08:07:23Z</dcterms:modified>
</cp:coreProperties>
</file>