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 •  LECTURE 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Anomalies, FDs, 1NF → 2NF → 3NF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cliffhanger, finally answered — how to design tables that don’t break.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EXAM FAVOURITE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42976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A Badly Designed Table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2734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927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crammed into one table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777240" cy="384048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08760" y="1874520"/>
            <a:ext cx="100584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874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874520"/>
            <a:ext cx="91440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874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29000" y="1874520"/>
            <a:ext cx="137160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874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dept_head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00600" y="1874520"/>
            <a:ext cx="777240" cy="384048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8745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577840" y="1874520"/>
            <a:ext cx="137160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874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cid_name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49440" y="1874520"/>
            <a:ext cx="91440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874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2258568"/>
            <a:ext cx="77724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2585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508760" y="2258568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22585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14600" y="2258568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22585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29000" y="2258568"/>
            <a:ext cx="1371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2585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2258568"/>
            <a:ext cx="77724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2585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2258568"/>
            <a:ext cx="1371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2585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49440" y="2258568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22585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" y="2642616"/>
            <a:ext cx="77724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264261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508760" y="2642616"/>
            <a:ext cx="10058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8760" y="26426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14600" y="2642616"/>
            <a:ext cx="9144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26426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29000" y="2642616"/>
            <a:ext cx="13716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29000" y="26426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2642616"/>
            <a:ext cx="77724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64261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577840" y="2642616"/>
            <a:ext cx="13716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26426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49440" y="2642616"/>
            <a:ext cx="9144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26426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1520" y="3026664"/>
            <a:ext cx="77724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302666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508760" y="3026664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30266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514600" y="3026664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14600" y="30266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429000" y="3026664"/>
            <a:ext cx="1371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30266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Sen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00600" y="3026664"/>
            <a:ext cx="77724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302666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577840" y="3026664"/>
            <a:ext cx="1371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7840" y="30266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949440" y="3026664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30266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31520" y="3410712"/>
            <a:ext cx="77724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" y="341071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508760" y="3410712"/>
            <a:ext cx="10058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08760" y="34107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514600" y="3410712"/>
            <a:ext cx="9144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14600" y="34107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429000" y="3410712"/>
            <a:ext cx="13716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29000" y="3410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Rao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800600" y="3410712"/>
            <a:ext cx="77724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341071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C03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577840" y="3410712"/>
            <a:ext cx="13716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77840" y="3410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949440" y="3410712"/>
            <a:ext cx="91440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49440" y="34107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31520" y="3703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STUDENT_COURSE — one table holding students, departments, AND courses.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31520" y="4160520"/>
            <a:ext cx="10698480" cy="1600200"/>
          </a:xfrm>
          <a:prstGeom prst="roundRect">
            <a:avLst>
              <a:gd name="adj" fmla="val 6857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14400" y="42793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redundancy: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1097280" y="46634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‘Ravi’, ‘CSE’, ‘Dr. Rao’ repeat on every row Ravi appears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‘DBMS’ (C01’s name) is stored again and again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same facts, duplicated — this is what causes ANOMALIES.</a:t>
            </a:r>
            <a:endParaRPr lang="en-US" sz="1350" dirty="0"/>
          </a:p>
        </p:txBody>
      </p:sp>
      <p:sp>
        <p:nvSpPr>
          <p:cNvPr id="79" name="Text 7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25 — Dr. Neha Nandal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Redundancy Is Dangerous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45516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455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anomalies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402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anomaly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82880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Can’t add a new course with no student enrolled yet — there’d be no sid, and sid is part of the key.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6118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11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anomaly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20040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Dr. Rao is replaced, you must update EVERY row for CSE. Miss one → inconsistent data.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9834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983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anomaly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457200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Ahmed (the only AI student) leaves, deleting his row also erases the fact that course AI exists.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come from ONE cause: storing the same fact in many places. The cure is NORMALIZATION.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25 — Dr. Neha Nandal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Dependency — The Key Idea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77063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→ Y : X determines 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B means: if you know A, you can find exactly ONE B.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‘A determines B.’  A is the determinant. Example: sid → name (one sid has one name).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FDs in our table: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20440"/>
            <a:ext cx="5212080" cy="502920"/>
          </a:xfrm>
          <a:prstGeom prst="roundRect">
            <a:avLst>
              <a:gd name="adj" fmla="val 21818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204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20594" y="3520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41802" y="3520440"/>
            <a:ext cx="23975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dept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212080" cy="502920"/>
          </a:xfrm>
          <a:prstGeom prst="roundRect">
            <a:avLst>
              <a:gd name="adj" fmla="val 21818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148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676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20594" y="41148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41802" y="4114800"/>
            <a:ext cx="23975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dept_head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709160"/>
            <a:ext cx="5212080" cy="502920"/>
          </a:xfrm>
          <a:prstGeom prst="roundRect">
            <a:avLst>
              <a:gd name="adj" fmla="val 21818"/>
            </a:avLst>
          </a:prstGeom>
          <a:solidFill>
            <a:srgbClr val="EAF7F2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20594" y="47091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41802" y="4709160"/>
            <a:ext cx="23975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cid_name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3520440"/>
            <a:ext cx="5212080" cy="502920"/>
          </a:xfrm>
          <a:prstGeom prst="roundRect">
            <a:avLst>
              <a:gd name="adj" fmla="val 21818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5204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sid, cid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06994" y="3520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28202" y="3520440"/>
            <a:ext cx="23975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4206240"/>
            <a:ext cx="5212080" cy="1554480"/>
          </a:xfrm>
          <a:prstGeom prst="roundRect">
            <a:avLst>
              <a:gd name="adj" fmla="val 7059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315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them aloud: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46634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sid gives one name &amp; dept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dept gives one head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cid gives one course name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(sid,cid) pair gives one grade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FDs are the TOOL we use to spot and fix bad design. The key here is {sid, cid}.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25 — Dr. Neha Nandal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Normal Forms — A Ladder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level fixes one problem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7568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756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1NF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1460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values, no repeating groups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146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multi-valued cells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0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builds 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10698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08152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0815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1NF + no PARTIAL dependencies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146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non-key depends on WHOLE key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2834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builds 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10698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08736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1460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2NF + no TRANSITIVE dependencies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1460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non-key depends only on the key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0" y="3840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builds 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846320"/>
            <a:ext cx="10698480" cy="868680"/>
          </a:xfrm>
          <a:prstGeom prst="roundRect">
            <a:avLst>
              <a:gd name="adj" fmla="val 12632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509320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093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BCNF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514600" y="4937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stricter 3NF (next lecture)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514600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determinant is a key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builds 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1NF, 2NF, 3NF. Each is a step up — you must satisfy the one below first.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25 — Dr. Neha Nandal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1NF — First Normal Form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03250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values — no lists in a cell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NOT in 1NF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2286000"/>
            <a:ext cx="914400" cy="384048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86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2286000"/>
            <a:ext cx="265176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05840" y="2670048"/>
            <a:ext cx="91440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700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0240" y="2670048"/>
            <a:ext cx="2651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6700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C01, C02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3054096"/>
            <a:ext cx="914400" cy="384048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3054096"/>
            <a:ext cx="265176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0540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‘C01, C02’ in one cell — not atomic!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78308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 1NF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0" y="2286000"/>
            <a:ext cx="91440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2860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0" y="2286000"/>
            <a:ext cx="137160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22860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0" y="2615184"/>
            <a:ext cx="91440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6151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0" y="2615184"/>
            <a:ext cx="137160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2615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2944368"/>
            <a:ext cx="91440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29443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0" y="2944368"/>
            <a:ext cx="137160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29443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3273552"/>
            <a:ext cx="91440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2735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72400" y="3273552"/>
            <a:ext cx="137160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32735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value per cell — split into rows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4114800"/>
            <a:ext cx="10698480" cy="1645920"/>
          </a:xfrm>
          <a:prstGeom prst="roundRect">
            <a:avLst>
              <a:gd name="adj" fmla="val 6667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42245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1NF rule: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097280" y="46177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 cell holds a single (atomic) value — no lists, no sets, no repeating groups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row is unique, identified by a key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our STUDENT_COURSE table is already in 1NF — every cell is a single value.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25 — Dr. Neha Nandal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2NF Fixes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34797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3479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dependency on a composite key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key is {sid, cid}. But some columns depend on only PART of it: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331720"/>
            <a:ext cx="8503920" cy="502920"/>
          </a:xfrm>
          <a:prstGeom prst="roundRect">
            <a:avLst>
              <a:gd name="adj" fmla="val 21818"/>
            </a:avLst>
          </a:prstGeom>
          <a:solidFill>
            <a:srgbClr val="EAF7F2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33172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sid, cid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43246" y="23317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3638" y="2331720"/>
            <a:ext cx="39118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  (needs BOTH — full key ✓)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971800"/>
            <a:ext cx="8503920" cy="502920"/>
          </a:xfrm>
          <a:prstGeom prst="roundRect">
            <a:avLst>
              <a:gd name="adj" fmla="val 21818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97180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43246" y="29718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93638" y="2971800"/>
            <a:ext cx="39118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dept   (only part of the key ✗)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3611880"/>
            <a:ext cx="8503920" cy="502920"/>
          </a:xfrm>
          <a:prstGeom prst="roundRect">
            <a:avLst>
              <a:gd name="adj" fmla="val 21818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361188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43246" y="36118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93638" y="3611880"/>
            <a:ext cx="39118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cid_name   (only part of the key ✗)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5371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PARTIAL dependency = a non-key column depends on only PART of a composite key.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4400" y="49834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and dept depend on sid alone (not cid). cid_name depends on cid alone.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why they repeat! 2NF removes these by splitting them out.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25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2NF — Split Out Partial Dependencies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87578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875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table becomes three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(sid → name, dept)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73152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63040" y="2057400"/>
            <a:ext cx="1005840" cy="329184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057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2057400"/>
            <a:ext cx="914400" cy="329184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0574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2386584"/>
            <a:ext cx="73152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8658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63040" y="2386584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3865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238658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3865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2715768"/>
            <a:ext cx="73152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7157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63040" y="2715768"/>
            <a:ext cx="100584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2715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68880" y="2715768"/>
            <a:ext cx="91440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715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3044952"/>
            <a:ext cx="73152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0449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463040" y="304495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30449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68880" y="3044952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3044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(cid → cid_name)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114800" y="2057400"/>
            <a:ext cx="73152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20574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2057400"/>
            <a:ext cx="1371600" cy="329184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0574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cid_name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0" y="2386584"/>
            <a:ext cx="73152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238658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2386584"/>
            <a:ext cx="13716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3865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0" y="2715768"/>
            <a:ext cx="73152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27157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2715768"/>
            <a:ext cx="137160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715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3044952"/>
            <a:ext cx="73152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30449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044952"/>
            <a:ext cx="13716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044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98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38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 (sid,cid → grade)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498080" y="2057400"/>
            <a:ext cx="73152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0" y="20574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0" y="2057400"/>
            <a:ext cx="82296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0" y="20574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052560" y="2057400"/>
            <a:ext cx="914400" cy="329184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52560" y="20574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498080" y="2386584"/>
            <a:ext cx="73152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98080" y="238658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229600" y="2386584"/>
            <a:ext cx="82296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23865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052560" y="238658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52560" y="23865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498080" y="2715768"/>
            <a:ext cx="73152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0" y="27157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229600" y="2715768"/>
            <a:ext cx="82296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0" y="2715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052560" y="2715768"/>
            <a:ext cx="91440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052560" y="2715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498080" y="3044952"/>
            <a:ext cx="73152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98080" y="30449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229600" y="3044952"/>
            <a:ext cx="82296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29600" y="3044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052560" y="3044952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052560" y="3044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498080" y="3374136"/>
            <a:ext cx="73152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98080" y="33741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229600" y="3374136"/>
            <a:ext cx="822960" cy="329184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0" y="33741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C03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052560" y="3374136"/>
            <a:ext cx="91440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052560" y="33741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31520" y="4160520"/>
            <a:ext cx="10698480" cy="1600200"/>
          </a:xfrm>
          <a:prstGeom prst="roundRect">
            <a:avLst>
              <a:gd name="adj" fmla="val 6857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14400" y="4270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did: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1097280" y="46634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things depending on sid alone → STUDENT table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things depending on cid alone → COURSE table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things needing the full {sid,cid} → ENROLL table.  No more partial dependencies = 2NF ✓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25 — Dr. Neha Nandal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3NF Fixes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66547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665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Transitive dependency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at STUDENT (sid, name, dept, dept_head):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2331720"/>
            <a:ext cx="7589520" cy="502920"/>
          </a:xfrm>
          <a:prstGeom prst="roundRect">
            <a:avLst>
              <a:gd name="adj" fmla="val 21818"/>
            </a:avLst>
          </a:prstGeom>
          <a:solidFill>
            <a:srgbClr val="EAF7F2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233172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73598" y="23317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32550" y="2331720"/>
            <a:ext cx="34911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   (key → non-key ✓)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2971800"/>
            <a:ext cx="7589520" cy="502920"/>
          </a:xfrm>
          <a:prstGeom prst="roundRect">
            <a:avLst>
              <a:gd name="adj" fmla="val 21818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297180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73598" y="29718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32550" y="2971800"/>
            <a:ext cx="34911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dept_head   (non-key → non-key ✗)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So: sid → dept → dept_head. dept_head depends on sid ONLY THROUGH dept.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0698480" cy="1463040"/>
          </a:xfrm>
          <a:prstGeom prst="roundRect">
            <a:avLst>
              <a:gd name="adj" fmla="val 7500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1655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TRANSITIVE dependency = a non-key column depends on ANOTHER non-key column.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dept_head isn’t about the student — it’s about the dept. Storing it here repeats it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student in that dept. 3NF splits it out.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25 — Dr. Neha Nandal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 — Split Out Transitive Dependencies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98094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splits once more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(sid → name, dept)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914400" cy="411480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2148840"/>
            <a:ext cx="118872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148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2148840"/>
            <a:ext cx="109728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48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914400" cy="411480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60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2560320"/>
            <a:ext cx="1188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560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2560320"/>
            <a:ext cx="10972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2560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971800"/>
            <a:ext cx="914400" cy="411480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0" y="2971800"/>
            <a:ext cx="118872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2971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4640" y="2971800"/>
            <a:ext cx="109728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2971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383280"/>
            <a:ext cx="914400" cy="411480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0" y="3383280"/>
            <a:ext cx="1188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3383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34640" y="3383280"/>
            <a:ext cx="10972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3383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(dept → dept_head)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2148840"/>
            <a:ext cx="1188720" cy="411480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148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89520" y="2148840"/>
            <a:ext cx="164592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dept_head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0" y="2560320"/>
            <a:ext cx="1188720" cy="411480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560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89520" y="2560320"/>
            <a:ext cx="16459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2971800"/>
            <a:ext cx="1188720" cy="411480"/>
          </a:xfrm>
          <a:prstGeom prst="rect">
            <a:avLst/>
          </a:prstGeom>
          <a:solidFill>
            <a:srgbClr val="FFE9A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2971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589520" y="2971800"/>
            <a:ext cx="1645920" cy="41148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0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Sen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" y="3749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dept_head is stored ONCE per department — not once per student. No transitive dependency.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731520" y="4251960"/>
            <a:ext cx="10698480" cy="1508760"/>
          </a:xfrm>
          <a:prstGeom prst="roundRect">
            <a:avLst>
              <a:gd name="adj" fmla="val 7273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43616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design (all in 3NF):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STUDENT(sid, name, dept)  •  DEPARTMENT(dept, dept_head)  •  COURSE(cid, cid_name)  •  ENROLL(sid, cid, grade)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clean tables. Every fact stored once. Join them back whenever you need the full picture.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25 — Dr. Neha Nandal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&amp; After — The Whole Journey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2734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927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messy table → four clean ones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(unnormalized)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STUDENT_COURSE(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sid, name, dept,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dept_head, cid,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cid_name, grade)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1148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redundancy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insert / update / delete anomalies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same fact in many places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(3NF)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STUDENT(sid, name, dept)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DEPARTMENT(dept, dept_head)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COURSE(cid, cid_name)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ENROLL(sid, cid, grade)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42062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redundancy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anomalies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each fact stored exactly once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25 — Dr. Neha Nandal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3-Step Recipe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03454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this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67128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F8A6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671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1NF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06040" y="2057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 cell atomic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606040" y="249631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lists / repeating groups in a cell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401568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6D5BC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401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06040" y="3291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partial dependencies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606040" y="37307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out columns that depend on part of the key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434340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636008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B67609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636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4526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transitive dependencies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606040" y="49651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out non-key → non-key dependencies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level assumes the one before it. Go in order: 1NF, then 2NF, then 3NF.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25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questions from this lecture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568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1NF, 2NF, 3NF with an example. Normalize a given table.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977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insertion, update and deletion anomalies?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027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partial and transitive dependency.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4256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25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functional dependency with an example.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24865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51206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partial dependency? When can it occur?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marks: normalize a table step by step, and partial vs transitive dependency.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25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TRY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— Normalize This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E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EMPLOYEE(emp_id, emp_name, proj_id, proj_name, hours, dept, dept_location)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Confirm it is in 1NF (are all cells atomic?)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3657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Find the key and list the functional dependencies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4206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Identify partial dependencies — split to reach 2NF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Identify transitive dependencies — split to reach 3NF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97280" y="53035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Write out your final set of 3NF tables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Hint: proj_name depends on proj_id; dept_location depends on dept. Post your answer in the comments!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Normalize To 3NF 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FE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anomalies • functional dependencies • 1NF • 2NF • 3NF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3NF isn’t always enough. Sometimes a table is in 3NF and STILL has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— when a determinant isn’t a key. The fix is a stricter form: BCNF.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BCNF, LOSSLESS JOIN &amp; MVD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— Part 2: BCNF, lossless decomposition, multivalued dependencies &amp; 4NF.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Post your practice normalization in the comments — I’ll check them!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2026-09-11T14:42:17Z</dcterms:created>
  <dcterms:modified xsi:type="dcterms:W3CDTF">2026-09-11T14:42:17Z</dcterms:modified>
</cp:coreProperties>
</file>