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BCNF, Lossless Join &amp; MVD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3NF isn’t enough — the stricter forms that finish the job.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GATE FAVOURITE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4206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 — Where We Are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got us far, but not all the way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574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values — no lists in a cell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0" y="19202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346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partial dependencies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0" y="26974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EF1F4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611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611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4747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transitive dependencies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0" y="34747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10698480" cy="1417320"/>
          </a:xfrm>
          <a:prstGeom prst="roundRect">
            <a:avLst>
              <a:gd name="adj" fmla="val 7742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here’s the catch: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can be in 3NF and STILL have redundancy — this happens when a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 (the left side of an FD) is NOT a candidate key. BCNF fixes exactly this.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In 3NF — But Still Flawed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9809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classic example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can take many courses; each course is taught by one teacher; a teacher teaches one course.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108960" y="2286000"/>
            <a:ext cx="118872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2286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155448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286000"/>
            <a:ext cx="155448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2670048"/>
            <a:ext cx="118872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670048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670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670048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670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3054096"/>
            <a:ext cx="118872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054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054096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0540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3054096"/>
            <a:ext cx="155448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30540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3438144"/>
            <a:ext cx="118872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438144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438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3438144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438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3822192"/>
            <a:ext cx="118872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822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3822192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822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3822192"/>
            <a:ext cx="155448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822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 (student, course, teacher)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43891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FDs: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97280" y="486460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{student, course} → teacher   (the key determines the teacher)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teacher → course             (each teacher teaches exactly one course)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In 3NF — Yet Redundant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‘Dr. Rao teaches DBMS’ repeats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in 3NF: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partial dependency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 → course: but ‘course’ IS part of a candidate key, so 3NF allows it (a prime attribute)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 3NF says: this is fine.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STILL bad: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‘Dr. Rao → DBMS’ repeats on every row Dr. Rao appears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 anomaly returns!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cause: teacher is a determinant, but teacher is NOT a key.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80060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3NF permits a non-key determinant if its right side is a prime attribute.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52852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 closes that loophole — it demands EVERY determinant be a candidate key.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 — Boyce-Codd Normal Form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345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strict rule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1424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functional dependency X → Y, X must be a SUPERKEY.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determinant (left side of an arrow) must be able to identify a whole row.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column can be determined by something that isn’t a key.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vs BCNF in one line: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3NF: determinant is a key OR the dependent is a prime attribute.   BCNF: determinant MUST be a key. (stricter)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Decomposing To BCNF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on the offending FD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 FD was teacher → course. Put it in its own 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TEACHES (teacher → course)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55448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06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60604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606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2990088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90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99008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990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374136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374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37413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374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STUDENT_TEACHER (student, teacher)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2606040"/>
            <a:ext cx="137160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606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0" y="2606040"/>
            <a:ext cx="155448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606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990088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990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2990088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990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374136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3374136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374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758184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3758184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7581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4142232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1422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4142232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4142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43484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every determinant is a key: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097280" y="491947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TEACHES: teacher is the key — ‘Dr. Rao teaches DBMS’ stored ONCE.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STUDENT_TEACHER: {student, teacher} is the key.  Both tables are in BCNF ✓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Lossless-Join Decomposition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without losing information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split a table, you must be able to JOIN it back and get exactly the original — no more, no less.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424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test: R is split into R1 and R2 losslessly IF the common attributes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(R1 ∩ R2) form a KEY of R1 OR of R2.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10698480" cy="1783080"/>
          </a:xfrm>
          <a:prstGeom prst="roundRect">
            <a:avLst>
              <a:gd name="adj" fmla="val 6154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87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BCNF split: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attribute of TEACHES &amp; STUDENT_TEACHER = teacher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 is the KEY of TEACHES ✓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 the join is lossless — join them back and you recover the original table exactly.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LOSSY Split Looks Like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rule matters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badly — on a non-key common attribute — and joining back creates FALSE rows.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9728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2514600"/>
            <a:ext cx="109728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514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2514600"/>
            <a:ext cx="91440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5146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2843784"/>
            <a:ext cx="109728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20240" y="2843784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284378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28437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3172968"/>
            <a:ext cx="109728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72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20240" y="3172968"/>
            <a:ext cx="10972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172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3172968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172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on dept (not a key)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514600"/>
            <a:ext cx="109728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514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23760" y="2514600"/>
            <a:ext cx="109728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2514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2843784"/>
            <a:ext cx="109728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0" y="2843784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172968"/>
            <a:ext cx="109728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172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23760" y="3172968"/>
            <a:ext cx="10972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3172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03920" y="2514600"/>
            <a:ext cx="109728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514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601200" y="2514600"/>
            <a:ext cx="91440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0" y="25146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503920" y="2843784"/>
            <a:ext cx="109728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601200" y="284378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28437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503920" y="3172968"/>
            <a:ext cx="109728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3172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601200" y="3172968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0" y="3172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1520" y="393192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40416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them back on dept → you get 4 rows, not 2: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(S1,CSE,20) ✓   (S1,CSE,22) ✗ FALSE   (S2,CSE,20) ✗ FALSE   (S2,CSE,22) ✓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isn’t a key, so both S1 and S2 match both age rows — spurious tuples appear.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information LOSS (really, corruption). Always split so the common column is a key.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Preservation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87578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875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 with BCNF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decomposition is dependency-preserving if every original FD can still be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WITHIN a single table — without joining.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2514600"/>
          </a:xfrm>
          <a:prstGeom prst="roundRect">
            <a:avLst>
              <a:gd name="adj" fmla="val 4364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558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trade-off: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3NF can ALWAYS be achieved while keeping both lossless join AND dependency preservation.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BCNF is always lossless — but sometimes CAN’T preserve all dependencies.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 occasionally you choose: stay in 3NF (keep dependencies) or go to BCNF (lose one).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aim for BCNF; drop back to 3NF only if a needed dependency would be lost.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Multivalued Dependency (MVD) → 4NF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kind of redundancy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redundancy has nothing to do with FDs — it comes from independent multi-valued facts.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can have many skills AND many languages — independently: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66160" y="2606040"/>
            <a:ext cx="1371600" cy="347472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606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0" y="2606040"/>
            <a:ext cx="1554480" cy="347472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1554480" cy="347472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2953512"/>
            <a:ext cx="137160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9535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2953512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953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2953512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53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3300984"/>
            <a:ext cx="137160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300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3300984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00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3300984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300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3648456"/>
            <a:ext cx="137160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6484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3648456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484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648456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484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66160" y="3995928"/>
            <a:ext cx="137160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995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3995928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95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3995928"/>
            <a:ext cx="1554480" cy="347472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995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" y="420624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skill must pair with every language — 4 rows for 2 skills × 2 languages!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4709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and language are INDEPENDENT of each other (both depend only on person).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write:  person ↠ skill   and   person ↠ language   (‘↠’ = multivalued dependency).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4NF — Remove Multivalued Dependencies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independent facts apart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PERSON_SKILL (person, skill)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137160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240280"/>
            <a:ext cx="146304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624328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24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624328"/>
            <a:ext cx="14630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624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3008376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08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008376"/>
            <a:ext cx="14630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008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PERSON_LANG (person, language)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240280"/>
            <a:ext cx="137160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2240280"/>
            <a:ext cx="155448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624328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24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2624328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624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008376"/>
            <a:ext cx="13716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008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0" y="3008376"/>
            <a:ext cx="155448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0083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3520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rows → 2 + 2 = 4 becomes 2 + 2 separate. No forced pairing. Redundancy gone.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31520" y="402336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1330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4NF rule: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45262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is in 4NF if it’s in BCNF AND has no non-trivial multivalued dependencies.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independent multi-valued facts share a table, split them into two tables.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(5NF / join dependencies go one step further — rarely needed in practice.)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Normalization Ladder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345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0195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78308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0" y="1783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63347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33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5146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partial dependencies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18320" y="2514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36499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24612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transitive dependencies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0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09651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096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14600" y="39776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determinant is a key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0" y="3977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B2E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B2E83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4NF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14600" y="470916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multivalued dependencies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18320" y="47091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555955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5595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5NF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514600" y="544068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join dependencies (rare)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418320" y="54406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form is stricter than the last. In practice, BCNF (or 3NF) is the usual target.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BCNF. Show a table in 3NF but not BCNF, and decompose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3NF and BCNF.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lossless-join decomposition? Give the test.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multivalued dependency?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vs BCNF: which preserves dependencies?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3NF-vs-BCNF, and the lossless-join test. GATE loves the BCNF decomposition.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26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C)   with FDs:   A,B → C   and   C → 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Find all candidate keys of 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Is R in 3NF? (check each FD)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160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Is R in BCNF? (is every determinant a key?)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not BCNF, decompose 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Check your split is lossless (common attr = a key?)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C → B means C is a determinant — but is C a key? That’s the BCNF question. Post your answer!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Complete! 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1NF • 2NF • 3NF • BCNF • lossless join • dependency preservation • MVD • 4NF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design relational schemas that are free of redundancy and anomalies —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theory of good database design.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NoSQL &amp; MongoDB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finishing Unit 3: stepping beyond tables into the NoSQL world.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Post your R(A,B,C) solution in the comments — I’ll check them!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2026-09-11T15:05:11Z</dcterms:created>
  <dcterms:modified xsi:type="dcterms:W3CDTF">2026-09-11T15:05:11Z</dcterms:modified>
</cp:coreProperties>
</file>