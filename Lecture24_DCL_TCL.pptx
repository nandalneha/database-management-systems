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5156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3  •  LECTURE 24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DCL &amp; TCL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Do What — And How To Undo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• REVOKE • COMMIT • ROLLBACK • SAVEPOINT — live in MySQL.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429768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97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LIVE DEMO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429768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4297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SYLLABUS 2025–26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6035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SQL Command Families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40156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finish the last two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093976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939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31720" y="19385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Definition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31720" y="2286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CREATE, ALTER, DROP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88036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145536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1455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31720" y="29900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Manipulation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31720" y="3337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INSERT, SELECT, UPDATE, DELETE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03920" y="2880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197096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1970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331720" y="40416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Control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331720" y="4389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5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GRANT, REVOKE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503920" y="3931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0" y="40416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TODAY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98348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" y="5248656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2486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331720" y="50932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Control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331720" y="5440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8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COMMIT, ROLLBACK, SAVEPOINT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503920" y="4983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/ undo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0" y="50932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TODAY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61264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DDL &amp; DML. DCL controls WHO can access; TCL makes changes SAFE.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24 — Dr. Neha Nandal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DCL — Why Permissions Matter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2734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927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everyone should do everything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database has many users: admins, developers, students, report-viewers…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5212080" cy="2926080"/>
          </a:xfrm>
          <a:prstGeom prst="roundRect">
            <a:avLst>
              <a:gd name="adj" fmla="val 3750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14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DCL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97180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everyone can read everything</a:t>
            </a:r>
            <a:endParaRPr lang="en-US" sz="14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anyone can DROP a table</a:t>
            </a:r>
            <a:endParaRPr lang="en-US" sz="14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student could delete grades</a:t>
            </a:r>
            <a:endParaRPr lang="en-US" sz="14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security at all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2377440"/>
            <a:ext cx="5212080" cy="2926080"/>
          </a:xfrm>
          <a:prstGeom prst="roundRect">
            <a:avLst>
              <a:gd name="adj" fmla="val 375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514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DCL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0" y="297180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give each user ONLY what they need</a:t>
            </a:r>
            <a:endParaRPr lang="en-US" sz="14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read-only for report viewers</a:t>
            </a:r>
            <a:endParaRPr lang="en-US" sz="14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access for admins</a:t>
            </a:r>
            <a:endParaRPr lang="en-US" sz="14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revoke anytime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commands: GRANT (give permission) and REVOKE (take it away).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24 — Dr. Neha Nandal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— Step By Step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13766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137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user, then give privileges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6400800" cy="3017520"/>
          </a:xfrm>
          <a:prstGeom prst="roundRect">
            <a:avLst>
              <a:gd name="adj" fmla="val 2424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these as ROOT (the admin)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603504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-- 1. create a new user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USER 'student_user'@'localhost'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IDENTIFIED BY 'pass123';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-- 2. give specific privileges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SELECT, INSERT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college.student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'student_user'@'localhost';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-- 3. apply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FLUSH PRIVILEGES;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0" y="1828800"/>
            <a:ext cx="4114800" cy="3017520"/>
          </a:xfrm>
          <a:prstGeom prst="roundRect">
            <a:avLst>
              <a:gd name="adj" fmla="val 3636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965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0" y="2331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USER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2551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a new login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0" y="2834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'user'@'localhost'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30540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+ where they connect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0" y="3337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SELECT,INSERT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0" y="35570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privileges given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college.student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4059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which table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98080" y="4343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FLUSH PRIVILEGES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0" y="45628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reload permissions now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5074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DEMO: run as root, then log in as student_user in a SECOND window to test.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24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TWO Sessions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40156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grants — the user tests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EEF1F4"/>
          </a:solidFill>
          <a:ln w="12700">
            <a:solidFill>
              <a:srgbClr val="3B2E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57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1: ROOT (admin)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251460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0B122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694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admin who controls access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" y="2843784"/>
            <a:ext cx="438912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mysql&gt; CREATE USER …;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mysql&gt; GRANT SELECT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ON college.student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TO 'student_user'…;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mysql&gt; FLUSH PRIVILEGES;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later: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mysql&gt; REVOKE SELECT …;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EEF1F4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057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2: student_user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37960" y="251460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0B1220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5694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what the user can do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20840" y="2843784"/>
            <a:ext cx="438912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mysql&gt; USE college;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mysql&gt; SELECT * FROM student;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before GRANT: DENIED ✗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after GRANT:  works ✓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after REVOKE: DENIED ✗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DROP TABLE student; ✗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  (never granted)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can already do everything — you MUST log in as the new user to see privileges take effect.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24 — Dr. Neha Nandal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 Scope &amp; Types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2219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narrow or as wide as you need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grant: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512064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21945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rows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761488"/>
            <a:ext cx="5120640" cy="475488"/>
          </a:xfrm>
          <a:prstGeom prst="roundRect">
            <a:avLst>
              <a:gd name="adj" fmla="val 23077"/>
            </a:avLst>
          </a:prstGeom>
          <a:solidFill>
            <a:srgbClr val="EEF1F4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614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76148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rows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328416"/>
            <a:ext cx="512064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284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332841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rows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3895344"/>
            <a:ext cx="5120640" cy="475488"/>
          </a:xfrm>
          <a:prstGeom prst="roundRect">
            <a:avLst>
              <a:gd name="adj" fmla="val 23077"/>
            </a:avLst>
          </a:prstGeom>
          <a:solidFill>
            <a:srgbClr val="EEF1F4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8953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389534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rows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4462272"/>
            <a:ext cx="512064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4622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PRIVILEGES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446227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0936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applies: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2194560"/>
            <a:ext cx="5120640" cy="621792"/>
          </a:xfrm>
          <a:prstGeom prst="roundRect">
            <a:avLst>
              <a:gd name="adj" fmla="val 17647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19456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college.student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35440" y="219456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table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9360" y="2907792"/>
            <a:ext cx="5120640" cy="621792"/>
          </a:xfrm>
          <a:prstGeom prst="roundRect">
            <a:avLst>
              <a:gd name="adj" fmla="val 17647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90779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college.*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35440" y="290779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tables in DB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9360" y="3621024"/>
            <a:ext cx="5120640" cy="621792"/>
          </a:xfrm>
          <a:prstGeom prst="roundRect">
            <a:avLst>
              <a:gd name="adj" fmla="val 17647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62102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*.*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35440" y="362102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(admin)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09360" y="452628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0B1220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45811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table.column scoping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4855464"/>
            <a:ext cx="47548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college.student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'user'@'localhost';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GRANT OPTION lets a user pass their privilege on to others.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24 — Dr. Neha Nandal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 — Taking It Back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08610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mirror image of GRANT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85216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… FROM (note: FROM, not TO)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54864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SELECT, INSERT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college.student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'student_user'@'localhost';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FLUSH PRIVILEGES;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66560" y="1828800"/>
            <a:ext cx="4663440" cy="1737360"/>
          </a:xfrm>
          <a:prstGeom prst="roundRect">
            <a:avLst>
              <a:gd name="adj" fmla="val 6316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vs REVOKE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9440" y="23774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… TO user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… FROM user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0" y="3108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structure — just TO vs FROM.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89534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what a user currently has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4169664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GRANTS FOR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'student_user'@'localhost';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66560" y="384048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389534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 the user entirely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9440" y="4169664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095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USER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095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'student_user'@'localhost';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074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arc: no access → GRANT → access → REVOKE → no access. Show all four live!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24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TCL — Making Changes Safe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transaction = all-or-nothing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Lecture 18: ‘on a real database, there’s no undo’? TCL is the undo.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420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TRANSACTION groups statements that must ALL succeed or ALL fail.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example — a bank transfer: debit account A, credit account B.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credit fails after the debit, money vanishes! Both must happen, or neither.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344728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42062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42062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7091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changes permanent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61688" y="4023360"/>
            <a:ext cx="344728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84648" y="42062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15" name="Text 13"/>
          <p:cNvSpPr/>
          <p:nvPr/>
        </p:nvSpPr>
        <p:spPr>
          <a:xfrm>
            <a:off x="5184648" y="42062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7091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to last commit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991856" y="4023360"/>
            <a:ext cx="344728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14816" y="42062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19" name="Text 17"/>
          <p:cNvSpPr/>
          <p:nvPr/>
        </p:nvSpPr>
        <p:spPr>
          <a:xfrm>
            <a:off x="8814816" y="42062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SAVEPOINT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9016" y="47091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marker to partly undo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‘A’ in ACID (Atomicity) — a preview of Unit 4, Transactions.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24 — Dr. Neha Nandal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&amp; ROLLBACK — Live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40156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ROLLBACK undo a DELETE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6035040" cy="329184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 undoes everything since START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566928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student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sid = 4;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Sneha is gone… for now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Sneha is BACK! 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0" y="1828800"/>
            <a:ext cx="4480560" cy="3291840"/>
          </a:xfrm>
          <a:prstGeom prst="roundRect">
            <a:avLst>
              <a:gd name="adj" fmla="val 3333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0" y="233172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START TRANSACTION begins 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reversible block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DELETE removes Sneha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(looks gone)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ROLLBACK cancels it —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Sneha returns!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If you COMMIT instead,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the delete becomes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permanent (no undo).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This live ‘delete → rollback → it’s back’ moment is the highlight — don’t skip it.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24 — Dr. Neha Nandal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The AUTOCOMMIT Gotcha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34797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3479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ROLLBACK sometimes ‘does nothing’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1463040"/>
          </a:xfrm>
          <a:prstGeom prst="roundRect">
            <a:avLst>
              <a:gd name="adj" fmla="val 7500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default, MySQL AUTOCOMMITS — every statement is committed instantly.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if you just run DELETE and then ROLLBACK, the ROLLBACK does NOTHING —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delete was already committed automatically. Students hit this constantly.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52044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753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 in a transaction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849624"/>
            <a:ext cx="48463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Option A: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 …;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ROLLBACK;   -- works ✓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352044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35753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 autocommit off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3849624"/>
            <a:ext cx="48463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Option B: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autocommit = 0;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 …;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ROLLBACK;   -- works ✓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5532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make ROLLBACK meaningful: START TRANSACTION first, OR SET autocommit = 0.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24 — Dr. Neha Nandal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SAVEPOINT — Partial Undo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45312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453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back to a marker, not all the way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6766560" cy="3200400"/>
          </a:xfrm>
          <a:prstGeom prst="roundRect">
            <a:avLst>
              <a:gd name="adj" fmla="val 2286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SAVEPOINT + ROLLBACK 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640080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 VALUES (5,'Meena',…);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SAVEPOINT sp1;            -- marker here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 VALUES (6,'Ravi2',…);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student WHERE sid=1;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 TO sp1;   -- undo back to sp1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Meena stays; the last 2 changes undone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            -- keep what remains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0" y="1828800"/>
            <a:ext cx="3749040" cy="3200400"/>
          </a:xfrm>
          <a:prstGeom prst="roundRect">
            <a:avLst>
              <a:gd name="adj" fmla="val 3429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0" y="233172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SAVEPOINT sets a named marker inside a transaction.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TO sp1 undoes only the changes AFTER that marker — not the whole transaction.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before sp1 survives.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5212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SAVEPOINT = fine-grained control: undo part of a transaction, keep the rest.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24 — Dr. Neha Nandal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Corner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87375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questions from this lecture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5681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568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06040" y="182880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DCL &amp; TCL commands with syntax and examples.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77977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7977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06040" y="265176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between GRANT and REVOKE.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60273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027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06040" y="347472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between COMMIT, ROLLBACK and SAVEPOINT.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42569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4256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06040" y="429768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transaction?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512064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24865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2486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06040" y="512064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WITH GRANT OPTION do?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marks: COMMIT vs ROLLBACK vs SAVEPOINT, and GRANT vs REVOKE. Learn the syntax.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24 — Dr. Neha Nandal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DCL &amp; TCL — One-Page Recap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03454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this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5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0" y="2002536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20025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1828800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 privilege to a user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633472"/>
            <a:ext cx="10698480" cy="676656"/>
          </a:xfrm>
          <a:prstGeom prst="roundRect">
            <a:avLst>
              <a:gd name="adj" fmla="val 16216"/>
            </a:avLst>
          </a:prstGeom>
          <a:solidFill>
            <a:srgbClr val="EEF1F4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633472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5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14800" y="2807208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28072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2633472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privilege away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438144"/>
            <a:ext cx="106984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438144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14800" y="361188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36118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3438144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changes permanently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4242816"/>
            <a:ext cx="10698480" cy="676656"/>
          </a:xfrm>
          <a:prstGeom prst="roundRect">
            <a:avLst>
              <a:gd name="adj" fmla="val 16216"/>
            </a:avLst>
          </a:prstGeom>
          <a:solidFill>
            <a:srgbClr val="EEF1F4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242816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114800" y="4416552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0" y="441655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4242816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to the last commit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5047488"/>
            <a:ext cx="106984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047488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SAVEPOINT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114800" y="522122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0" y="52212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0" y="5047488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 for partial rollback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DCL controls ACCESS • TCL controls SAFETY of changes.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24 — Dr. Neha Nandal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&amp; TRY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 — Control The Database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2651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Create a user 'test_user' with a password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321868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GRANT them SELECT on the student table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378561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Log in as test_user and confirm SELECT works, DROP fails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435254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REVOKE the privilege; confirm SELECT now fails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49194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START TRANSACTION, DELETE a row, then ROLLBACK — watch it return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E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.sql file has every command ready — run them in two sessions!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You’ve Completed SQL! 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DDL • DML • DCL • TCL — all four command families, live in MySQL.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now build, query, control, and safely change a database. That’s the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relational toolkit — and TCL just previewed Unit 4: Transactions &amp; ACID.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347472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0233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NoSQL &amp; MongoDB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stepping beyond tables — the NoSQL world and MongoDB.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Download the .sql file and run every DCL &amp; TCL command yourself!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2026-09-05T04:17:57Z</dcterms:created>
  <dcterms:modified xsi:type="dcterms:W3CDTF">2026-09-05T04:17:57Z</dcterms:modified>
</cp:coreProperties>
</file>