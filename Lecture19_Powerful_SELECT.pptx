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 •  LECTURE 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QUERIES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• BETWEEN • IN • LIKE • ORDER BY • DISTINCT • set ops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LIVE IN MySQL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We’ll Answer By The End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19125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query, four conditions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CSE or ECE students, aged 18 to 22,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i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oldest first, with no duplicate departments.”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FOUR things at once: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or ECE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47091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709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/ 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402336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18–22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94760" y="47091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4709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oldest first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47091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709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DESC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23960" y="4023360"/>
            <a:ext cx="25146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89720" y="47091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4709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you’ll write this in ONE line — and run it live. Let’s build up to it.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Table — Continuing From Last Time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table, now with more rows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91840" y="1920240"/>
            <a:ext cx="91440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920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06240" y="192024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118872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920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1920240"/>
            <a:ext cx="91440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920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2304288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304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230428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230428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304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2304288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304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688336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688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2688336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6883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2688336"/>
            <a:ext cx="118872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688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2688336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688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072384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072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307238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3072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307238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072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3072384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072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3456432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06240" y="3456432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3456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3456432"/>
            <a:ext cx="118872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456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3456432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91840" y="3840480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3840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06240" y="384048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3840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9280" y="3840480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3840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3840480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840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91840" y="4224528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0" y="4224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06240" y="4224528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4224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69280" y="4224528"/>
            <a:ext cx="118872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42245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58000" y="4224528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4224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students, 3 departments (CSE, ECE, MECH), ages 18–23. We’ll query this every possible way.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This table is in the .sql file — download it and run every query alongside me.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— Filtering With Conditions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29641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+ AND / OR / NOT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comparison: &gt; &lt; &gt;= &lt;= &lt;&gt;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 20;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148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Ahmed, Kiran, Divya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38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— both must hold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712464"/>
            <a:ext cx="4937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dept='CSE'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age&gt;20;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794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only Ahmed &amp; Divya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from Unit 2:  WHERE = selection (σ).  AND / OR / NOT are your logic glue.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= both conditions true • OR = at least one true • NOT = flip the condition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&amp; IN — Cleaner Conditions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 that replace long OR chains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— a range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range (inclusive)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BETWEEN 18 AND 20;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as: age&gt;=18 AND age&lt;=20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Ravi, Priya, Sneha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66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— one of several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941064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membership in a list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IN ('CSE','ECE');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3886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as: dept='CSE' OR dept='ECE'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everyone except Sneha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5394960"/>
            <a:ext cx="10698480" cy="54864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BETWEEN for ranges, IN for lists — shorter and clearer than stacking AND/OR.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— Pattern Matching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text with wildcards % and _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 with 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'R%';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= any characters → Ravi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55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 with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529584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'%a';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Sneha, Divya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268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2nd letter is 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901184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'_r%';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4846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 = exactly one char → Priya, Kiran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 = any number of characters (even zero).   _  = exactly one character. Exam favorite!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— Sorting Results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Ascending, descending, multi-column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 = smallest first (default)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age ASC;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2148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Sneha(18) … Divya(23)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46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= largest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621024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age DESC;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Divya(23) … Sneha(18)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09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by dept, then 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084064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dept, age DESC;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5074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dept, oldest first inside each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— Remove Duplicates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87578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875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each, no repeats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75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duplicates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3291840"/>
            <a:ext cx="1463040" cy="34747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291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0160" y="3639312"/>
            <a:ext cx="1463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6393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3986784"/>
            <a:ext cx="146304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986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0160" y="4334256"/>
            <a:ext cx="1463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334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4681728"/>
            <a:ext cx="146304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681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5029200"/>
            <a:ext cx="14630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5029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0160" y="5376672"/>
            <a:ext cx="1463040" cy="34747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376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rows — repeats!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9202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975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duplicates removed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224942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dept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3291840"/>
            <a:ext cx="1463040" cy="34747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291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0" y="3639312"/>
            <a:ext cx="1463040" cy="34747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6393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3986784"/>
            <a:ext cx="1463040" cy="34747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986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4334256"/>
            <a:ext cx="1463040" cy="347472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334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rows — clean!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collapses repeated rows into one. Great for ‘what departments exist?’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Operations — Straight From Unit 2!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19125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• INTERSECT • EXCEPT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5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rows from both (no dupes)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∩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in BOTH queries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66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in first, NOT second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MySQL reality check: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has UNION always. INTERSECT &amp; EXCEPT work only in MySQL 8.0.31+.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older MySQL, simulate them with IN / NOT IN (we’ll show how). Your exam uses standard SQL syntax — learn both.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Operations — Syntax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SELECTs, joined by the operator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— CSE students OR over-20 students, combined (no duplicates)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10332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WHERE dept='CSE'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WHERE age &gt; 20;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838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 (8.0.31+)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758184"/>
            <a:ext cx="4846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standard SQL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B;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4290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4838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result, works everywhere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758184"/>
            <a:ext cx="4846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older MySQL trick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IN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name FROM B);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give the same answer. The IN-subquery trick is your safety net on any MySQL version.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 — All Together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four-condition question, one query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2286000"/>
          </a:xfrm>
          <a:prstGeom prst="roundRect">
            <a:avLst>
              <a:gd name="adj" fmla="val 32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CSE/ECE students, 18-22, oldest first, no dup depts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103327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dept, name, age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IN ('CSE','ECE')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age BETWEEN 18 AND 22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age DESC;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like a sentence: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754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 ('CSE','ECE') — the department filter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BETWEEN 18 AND 22 — the age range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BY age DESC — oldest first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DISTINCT — no repeated rows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LIKE with % and _ wildcards, with examples.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WHERE and HAVING? (HAVING comes next lecture!)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query using BETWEEN, IN, ORDER BY together.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DISTINCT do? Give an example.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UNION vs INTERSECT vs EXCEPT.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LIKE wildcards, and the UNION/INTERSECT/EXCEPT trio. Practice writing them.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19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On The student 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Students whose name contains the letter 'i' (LIKE '%i%')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218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Students in CSE or MECH, using 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7856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Ages between 19 and 22, sorted youngest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3525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The distinct list of 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919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UNION: names of CSE students OR students older than 21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each in Workbench and watch the grid update. The .sql file has the table ready to go!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Ask Precise Questions 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• BETWEEN • IN • LIKE • ORDER BY • DISTINCT • UNION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 far, every query returns individual rows. What if you want a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— ‘how many students per department?’ ‘what’s the average age?’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AGGREGATION &amp; GROUP BY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COUNT, SUM, AVG, MIN, MAX, GROUP BY &amp; HAVING.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Download the .sql file and run every query yourself!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2026-08-08T14:47:19Z</dcterms:created>
  <dcterms:modified xsi:type="dcterms:W3CDTF">2026-08-08T14:47:19Z</dcterms:modified>
</cp:coreProperties>
</file>