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 • LECTURE 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NPTEL DBMS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2 — Solved &amp; Explained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SQL questions — with the tables, the queries, and the WHY.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IS ALL 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42062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4206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PREVIEW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Assignment 2 Tests — It's All SQL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17296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172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perfect preview of Unit 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736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691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statement (DML)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DML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203704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24942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494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20370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+ primary key choice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20370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DDL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715768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6148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614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27157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VIEW syntax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27157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Views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3227832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27355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273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2278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pattern matching (% wildcard)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322783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WHERE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3739896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856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78561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373989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join vs equi join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37398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13 + SQL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29768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97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4520" y="42519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Aggregate: AVG with WHERE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4251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Aggregation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1520" y="4764024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0974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809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74520" y="476402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vs OR in WHERE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12480" y="4764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WHERE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1520" y="5276088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532180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321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74520" y="52760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Subquery: &gt; ALL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12480" y="527608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Nested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1520" y="5788152"/>
            <a:ext cx="106984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583387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58338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874520" y="578815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12480" y="57881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— Indexing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is Unit 3 of our course — so this whole assignment is a head start. Let’s go.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 ItemCount by 1 for entries where ItemCount &gt; 2. Correct SQL?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CustomerOrders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7560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560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6432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3592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592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5608" y="247802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560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64328" y="2478024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432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35928" y="2478024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592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75608" y="2770632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60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64328" y="2770632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432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C002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35928" y="2770632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592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7560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560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64328" y="306324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432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C003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3592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592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7560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560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64328" y="3355848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432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C004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3592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3592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75608" y="364845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75608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64328" y="3648456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64328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C005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35928" y="3648456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5928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412394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4123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4440" y="412394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CustomerOrders ItemCount=ItemCount-1 WHERE ItemCount&gt;2;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467258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4672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34440" y="4672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CustomerOrders SET ItemCount=ItemCount-1 WHERE ItemCount&gt;2;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0" y="4672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1520" y="522122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5221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34440" y="522122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CustomerOrders ItemCount=ItemCount-1 WHERE ItemCount&gt;2;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" y="576986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5769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234440" y="576986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CustomerOrders SET ItemCount=ItemCount-1 WHERE ItemCount&gt;2;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36829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syntax (DML)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UPDATE syntax (DML)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change existing rows, the keyword is UPDATE — not MODIFY or ALTER.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449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always needs SET to assign the new value.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5021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MODIFY isn’t a valid SQL command here.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0050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593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is missing SET.  (d) ALTER changes structure, not data.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165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Correct: UPDATE … SET … WHERE 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DML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correct CREATE TABLE for EmployeeDetails. (Note: EmpName repeats!)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718408" y="1874520"/>
            <a:ext cx="475488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8408" y="1874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EmployeeDetails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1840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840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0712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712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728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728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76008" y="2185416"/>
            <a:ext cx="109728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6008" y="2185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1840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840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07128" y="2478024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712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8728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728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6008" y="2478024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6008" y="2478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18408" y="2770632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840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07128" y="2770632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712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87288" y="2770632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728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76008" y="2770632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6008" y="2770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1840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840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0712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712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728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728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76008" y="3063240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6008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1840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1840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0712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712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8728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728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76008" y="3355848"/>
            <a:ext cx="109728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76008" y="3355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18408" y="364845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18408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07128" y="3648456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7128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87288" y="364845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7288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76008" y="3648456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76008" y="36484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31520" y="412394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4123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234440" y="412394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(EmpName)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31520" y="467258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1248" y="4672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234440" y="4672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(EmpName, DeptName)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972800" y="4672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1520" y="522122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" y="5221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234440" y="522122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(DeptName)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31520" y="576986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" y="5769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234440" y="576986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(EmpName, City)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17880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primary key in CREATE TABLE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Composite primary key in CREATE TABLE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appears TWICE (HR and Sales) — so EmpName alone can’t be the key.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449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PRIMARY KEY(EmpName) → violated by the two Amit rows.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5021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DeptName repeats too (HR twice).  (d) (Amit,Kolkata) repeats.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0050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593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(EmpName, DeptName) is unique for every row.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165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composite key (EmpName, DeptName) is correct.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Lecture 11 + Unit 3 SQL DDL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VIEW 'Electronics_Products' showing Name &amp; Price where Category='Electronics'. Correct syntax?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81248" y="1874520"/>
            <a:ext cx="502920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1248" y="18745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InventoryDetails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8124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124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6140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140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50128" y="2185416"/>
            <a:ext cx="109728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0128" y="2185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47408" y="2185416"/>
            <a:ext cx="146304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7408" y="2185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81248" y="2478024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124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6140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140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50128" y="2478024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0128" y="24780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47408" y="2478024"/>
            <a:ext cx="146304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7408" y="2478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81248" y="2770632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124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1408" y="2770632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140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50128" y="2770632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0128" y="2770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47408" y="2770632"/>
            <a:ext cx="146304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7408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8124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124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140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140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50128" y="3063240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0128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47408" y="306324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740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8124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124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140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140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50128" y="3355848"/>
            <a:ext cx="109728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0128" y="3355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47408" y="3355848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47408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83133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3831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4440" y="383133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Electronics_Products AS SELECT Name,Price FROM … (missing 'view')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437997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4379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34440" y="437997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… ON InventoryDetails SELECT … (wrong: ON, no AS/FROM)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" y="492861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234440" y="492861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… TO InventoryDetails SELECT … (wrong: TO)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1520" y="547725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" y="5477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234440" y="547725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Electronics_Products AS SELECT Name,Price FROM InventoryDetails WHERE Category='Electronics';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972800" y="54772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67712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VIEW syntax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CREATE VIEW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form: CREATE VIEW name AS SELECT … FROM … WHERE 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misses the keyword ‘view’.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uses ON and has no AS / FROM.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uses TO — not valid.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has AS, SELECT, FROM, WHERE — all correct.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Location LIKE 'B%' AND Location LIKE '%e'. Which location appears in the output?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58488" y="1874520"/>
            <a:ext cx="347472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8488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CabDriverInfo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8488" y="2185416"/>
            <a:ext cx="146304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8488" y="2185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21528" y="2185416"/>
            <a:ext cx="201168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1528" y="2185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8488" y="2478024"/>
            <a:ext cx="146304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8488" y="2478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21528" y="2478024"/>
            <a:ext cx="20116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1528" y="24780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58488" y="2770632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8488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21528" y="2770632"/>
            <a:ext cx="201168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1528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8488" y="306324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848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21528" y="306324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1528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58488" y="3355848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8488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21528" y="3355848"/>
            <a:ext cx="201168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1528" y="3355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8488" y="3648456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8488" y="3648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21528" y="3648456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21528" y="3648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Bhopal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58488" y="3941064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8488" y="39410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D006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21528" y="3941064"/>
            <a:ext cx="201168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21528" y="3941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416552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416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4416552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Bhopal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31520" y="4965192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9651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34440" y="4965192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31520" y="5513832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55138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34440" y="5513832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6062472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60624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4440" y="6062472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972800" y="60624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569464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569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pattern matching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LIKE pattern matching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'B%' = starts with B.  '%e' = ends with e.  AND = must satisfy BOTH.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Bangalore: starts with B ✓ and ends with e ✓ → matches!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Bhopal: starts with B ✓ but ends with ‘l’ ✗ → fails.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Pune/Hyderabad don’t start with B.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any characters. Only Bangalore satisfies both patterns.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LIKE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join gives this output? (all PurchaseRecords rows + ProductName, no duplicate ProductID column)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26968" y="1874520"/>
            <a:ext cx="493776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6968" y="18745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PurchaseRecords ⋈ InventoryCatalog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2696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696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1568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568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7288" y="2185416"/>
            <a:ext cx="9144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7288" y="21854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01688" y="2185416"/>
            <a:ext cx="146304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1688" y="2185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ProductName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26968" y="247802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696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15688" y="2478024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568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87288" y="2478024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7288" y="24780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01688" y="2478024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1688" y="2478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26968" y="2770632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696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15688" y="2770632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568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87288" y="2770632"/>
            <a:ext cx="9144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7288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01688" y="2770632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01688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2696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696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15688" y="306324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568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7288" y="3063240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7288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01688" y="3063240"/>
            <a:ext cx="14630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168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2696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2696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15688" y="3355848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568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P002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87288" y="3355848"/>
            <a:ext cx="9144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7288" y="3355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01688" y="3355848"/>
            <a:ext cx="146304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1688" y="3355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" y="383133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3831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4440" y="383133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PurchaseRecords NATURAL JOIN InventoryCatalog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97280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520" y="437997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4379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234440" y="437997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PurchaseRecords LEFT OUTER JOIN InventoryCatalog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31520" y="492861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234440" y="492861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PurchaseRecords RIGHT OUTER JOIN InventoryCatalog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731520" y="547725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5477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234440" y="547725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PurchaseRecords EQUI JOIN … ON PR.ProductID=IC.ProductID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285232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5285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join (auto-match, drop duplicate column)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a)   —   Natural join (auto-match, drop duplicate column)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has ONE ProductID column — the duplicate was auto-removed.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auto-removal is the signature of a NATURAL JOIN.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 join (d) would keep ProductID TWICE.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rows matched, so outer joins give the same rows — but the clean single ProductID points to natural join.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4622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1655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NATURAL JOIN.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Lecture 13 — Joins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AVERAGE salary of employees in the HR department. Correct SQL?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EmployeeDetails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75608" y="3648456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75608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55768" y="3648456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55768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27368" y="364845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7368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412394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4123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4440" y="412394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 FROM EmployeeDetails;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467258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4672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34440" y="4672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EmployeeDetails WHERE DeptName='HR' AND avg(Salary);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522122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5221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34440" y="522122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EmployeeDetails WHERE DeptName='HR' OR avg(Salary);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" y="576986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5769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234440" y="576986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 FROM EmployeeDetails WHERE DeptName='HR';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972800" y="5769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178808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 AVG + WHERE filter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Aggregate function AVG + WHERE filter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the average → use avg(Salary) in the SELECT.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only HR → filter with WHERE DeptName='HR'.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averages everyone, not just HR.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(b)/(c) misuse avg() inside WHERE — aggregates can’t go there.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Correct: SELECT avg(Salary) … WHERE DeptName='HR'.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Aggregation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rows with Salary &gt;= 60000 OR DeptName='Sales'. Correct SQL?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EmployeeDetails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75608" y="3648456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75608" y="36484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Puja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55768" y="3648456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55768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27368" y="3648456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7368" y="3648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" y="412394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41239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4440" y="412394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Salary&gt;=60000;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467258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4672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34440" y="4672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DeptName='Sales';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522122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5221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34440" y="522122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Salary&gt;=60000 AND DeptName='Sales';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" y="5769864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" y="5769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234440" y="576986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Salary&gt;=60000 OR DeptName='Sales';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972800" y="57698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67712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vs AND in WHERE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d)   —   OR vs AND in WHERE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includes Neha (Sales, 45000) — kept for DEPT, not salary.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includes Amit &amp; Puja (60000) — kept for SALARY, not dept.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row qualifies if EITHER condition holds → 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(c) would need both — Neha would be dropped.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Correct: Salary&gt;=60000 OR DeptName='Sales'.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WHERE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EmpName, City whose Salary &gt; the salary of ALL 'HR' employees. Correct SQL?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5608" y="1874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EmployeeDetails (HR salaries: 60000, 50000)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560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576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7368" y="2185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560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576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7368" y="24780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560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576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368" y="27706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560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576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7368" y="3063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560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576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7368" y="3355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83133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831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34440" y="383133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Salary &gt; (SELECT Salary … HR)  — returns many rows, error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1520" y="437997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379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437997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Salary &gt; ALL (SELECT Salary … WHERE DeptName='HR')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72800" y="4379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1520" y="492861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4440" y="492861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Salary &gt; ANY (SELECT Salary … HR)  — means &gt; minimum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547725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5477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4440" y="547725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Salary &gt;= ALL (…)  — includes equal, wrong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36829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 with &gt; ALL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b)   —   Subquery with &gt; ALL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‘Greater than ALL HR salaries’ = greater than the MAXIMUM (60000).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ALL means bigger than every value in the list → exactly right.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plain &gt; fails: the subquery returns multiple rows.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&gt; ANY means bigger than the MINIMUM — too weak.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&gt;= ALL would include someone earning exactly 60000.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3 — SQL Nested Queries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/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320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8686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INDEX named idx_dept on the DeptName column of EmployeeDetails. Correct SQL?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29888" y="1874520"/>
            <a:ext cx="3931920" cy="310896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9888" y="1874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EmployeeDetails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988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2988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10048" y="2185416"/>
            <a:ext cx="137160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0048" y="21854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81648" y="2185416"/>
            <a:ext cx="128016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1648" y="2185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29888" y="2478024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988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10048" y="2478024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0048" y="2478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1648" y="2478024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1648" y="24780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29888" y="2770632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2988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10048" y="2770632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0048" y="2770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81648" y="2770632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1648" y="2770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2988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988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10048" y="306324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0048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1648" y="3063240"/>
            <a:ext cx="1280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1648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Kolkata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2988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2988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Neha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10048" y="3355848"/>
            <a:ext cx="137160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10048" y="3355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1648" y="3355848"/>
            <a:ext cx="1280160" cy="29260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1648" y="3355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83133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831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34440" y="383133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 ON EmployeeDetails(DeptName);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97280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1520" y="437997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379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34440" y="437997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 FROM EmployeeDetails(DeptName);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" y="492861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49286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4440" y="492861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idx_dept ON EmployeeDetails(DeptName);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5477256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5477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4440" y="5477256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EmployeeDetails ON idx_dept(DeptName);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— Answer &amp; Why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368296" cy="420624"/>
          </a:xfrm>
          <a:prstGeom prst="roundRect">
            <a:avLst>
              <a:gd name="adj" fmla="val 17391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 syntax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0F8A66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 a)   —   CREATE INDEX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231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Form: CREATE INDEX index_name ON table_name(column);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uses FROM — wrong keyword.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37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says CREATE TABLE — that builds a table, not an index.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8404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swaps the index name and table name.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2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Correct: CREATE INDEX idx_dept ON EmployeeDetails(DeptName);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Concept covered in:  Unit 5 — Indexing (preview)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NPTEL Assignment 2 (SQL) • Lecture 17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2: Fully Solved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whole assignment was SQL — UPDATE, CREATE, VIEW, LIKE, joins, AVG, subqueries, INDEX.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traps: MODIFY vs UPDATE • &gt; ALL vs &gt; ANY • NATURAL vs EQUI join • avg() can’t go in WHERE.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ALL = bigger than the MAX.   &gt; ANY = bigger than the MIN. Don’t mix them up!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SQL QUERY TRIPPED YOU? COMMENT 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Unit 3 (SQL) is coming up in full on this channel — subscribe to catch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Disclaimer: educational explanation to help you learn the concepts. Solve your own submission.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2026-08-04T14:06:55Z</dcterms:created>
  <dcterms:modified xsi:type="dcterms:W3CDTF">2026-08-04T14:06:55Z</dcterms:modified>
</cp:coreProperties>
</file>