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 •  LECTURE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ENTITIES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• Key Constraints • Weak Entity Sets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entities that die without their parent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0" y="4709160"/>
            <a:ext cx="155448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709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49840" y="4709160"/>
            <a:ext cx="173736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22992" y="4773168"/>
            <a:ext cx="1591056" cy="603504"/>
          </a:xfrm>
          <a:prstGeom prst="rect">
            <a:avLst/>
          </a:prstGeom>
          <a:solidFill>
            <a:srgbClr val="1F3A5F"/>
          </a:solidFill>
          <a:ln w="22225">
            <a:solidFill>
              <a:srgbClr val="FFD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0" y="4709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5033772"/>
            <a:ext cx="41148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5116068"/>
            <a:ext cx="41148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5033772"/>
            <a:ext cx="41148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5116068"/>
            <a:ext cx="41148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4640580"/>
            <a:ext cx="1188720" cy="86868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87968" y="4732020"/>
            <a:ext cx="969264" cy="68580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46405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Lecture’s Question — Answered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entities can survive alone?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survive alone 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COURSE with zero students enrolled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PROFESSOR who teaches nothing this sem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survive alone 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5603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with no department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PAYMENT with no loan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answers are correct — and the ER model has EXACT notation for each case.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learn three of them: participation constraints, key constraints, and weak entities.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Constraint: Total vs Partial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every entity take part — or MAY it?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— single 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is OPTIONAL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3063240"/>
            <a:ext cx="169164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063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3063240"/>
            <a:ext cx="155448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451860"/>
            <a:ext cx="3200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3451860"/>
            <a:ext cx="3200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0380" y="3108960"/>
            <a:ext cx="777240" cy="68580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0380" y="31089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professors are on sabbatical — they teach NO course this semester. Still valid.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65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— DOUBLE 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4048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is MANDATORY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3063240"/>
            <a:ext cx="160020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063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3063240"/>
            <a:ext cx="17373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3063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3410712"/>
            <a:ext cx="41148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493008"/>
            <a:ext cx="41148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3451860"/>
            <a:ext cx="3200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8220" y="3108960"/>
            <a:ext cx="777240" cy="68580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8220" y="31089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MUST belong to a department. No exceptions → double line on the STUDENT side.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double line is drawn on the side that MUST participate — not on the whole relationship.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Constraint — The Arrow Notation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arrow means “AT MOST ONE”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926080"/>
            <a:ext cx="210312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0" y="2926080"/>
            <a:ext cx="210312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3383280"/>
            <a:ext cx="141732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383280"/>
            <a:ext cx="1371600" cy="914"/>
          </a:xfrm>
          <a:prstGeom prst="line">
            <a:avLst/>
          </a:prstGeom>
          <a:noFill/>
          <a:ln w="31750">
            <a:solidFill>
              <a:srgbClr val="D23B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2606040"/>
            <a:ext cx="2377440" cy="155448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 BY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arrow points to PROFESSOR → a department is headed by AT MOST ONE professor.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5029200"/>
            <a:ext cx="9601200" cy="1143000"/>
          </a:xfrm>
          <a:prstGeom prst="roundRect">
            <a:avLst>
              <a:gd name="adj" fmla="val 96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5029200"/>
            <a:ext cx="9235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decoder:   arrow = at most one   •   double line = at least one   •   double line + arrow = exactly 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Big One: Some Entities Have NO Key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number 3… of WHICH loan?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take a bank loan and repay it in instalments. Each PAYMENT has a payment number: 1, 2, 3…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2286000"/>
          </a:xfrm>
          <a:prstGeom prst="roundRect">
            <a:avLst>
              <a:gd name="adj" fmla="val 48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yourself: is “payment number 3” unique in the whole bank?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2461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L-101 has payments 1, 2, 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L-102 ALSO has payments 1, 2, 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L-103 ALSO has payments 1, 2, 3…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“Payment 3” means NOTHING on its own. It only makes sense as “payment 3 OF loan L-101.”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entity set with no key of its own = a WEAK ENTITY SET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Entity Notation — Everything Doubles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92531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rectangle • double diamond • dashed underline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210312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017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0" y="3017520"/>
            <a:ext cx="228600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59952" y="3081528"/>
            <a:ext cx="2139696" cy="832104"/>
          </a:xfrm>
          <a:prstGeom prst="rect">
            <a:avLst/>
          </a:prstGeom>
          <a:solidFill>
            <a:srgbClr val="1F3A5F"/>
          </a:solidFill>
          <a:ln w="22225">
            <a:solidFill>
              <a:srgbClr val="FFD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3017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3456432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3538728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456432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3538728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674620"/>
            <a:ext cx="246888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6048" y="2766060"/>
            <a:ext cx="2249424" cy="146304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6746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LOAN-PAYMENT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1709928"/>
            <a:ext cx="1554480" cy="512064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709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loan_no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737360" y="2221992"/>
            <a:ext cx="365760" cy="795528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1709928"/>
            <a:ext cx="1463040" cy="512064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17099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pay_no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2103120"/>
            <a:ext cx="100584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52560" y="2221992"/>
            <a:ext cx="457200" cy="795528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2395728"/>
            <a:ext cx="1371600" cy="512064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23957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flipH="1">
            <a:off x="10332720" y="2880360"/>
            <a:ext cx="274320" cy="228600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72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Double rectangle → the entity is WEAK — no key of its own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5029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Double diamond → IDENTIFYING relationship — gives it identity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Dashed underline → PARTIAL key — unique only inside one loan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Double lines → TOTAL participation — always mandatory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Weak Entity ALWAYS Total?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24281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identity without its owner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 entity BORROWS its identity from the strong entity through the identifying relationship.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identity of a payment  =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361188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loan_no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611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0" y="361188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pay_no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(owner’s key)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(partial key)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loan → every payment of that loan becomes meaningless. The child dies with the parent.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why the line to a weak entity is ALWAYS a double line — total participation is guaranteed.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vs Weak — The Comparison Table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 for revision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1783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231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its own key?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 full primary key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2423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only a partial key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63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3063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rectangle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3063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rectangle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06240" y="3703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diamond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3703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(identifying) diamond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43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underline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06240" y="4343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underline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4343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underline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98348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206240" y="4983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partial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4983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total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62356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623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206240" y="5623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LOAN, STUDENT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63840" y="5623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PAYMENT, ROOM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Weak Entity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55828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558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everywhere once you see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→ ROOM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101 exists in EVERY building. Room number alone is not unique.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210312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room_no is partial — needs building_id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55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→ ORDER ITEM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8130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line 1, 2, 3 repeats in every order on Amazon.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352044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520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line_no is partial — needs order_id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73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→ DEPENDENT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2303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“Child named Riya” means nothing without the employee.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493776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937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name is partial — needs emp_id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6172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test: “Is this value unique across the WHOLE database — or only inside its parent?”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Hotel Booking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HOTEL has many ROOMS. Room numbers restart at 101 in every hotel.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room must belong to a hotel. Each room has a type and rate.”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Which entity is WEAK — and how do you know?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3159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Draw it: which shapes double?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88289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the partial key? How is it underlined?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54498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Total or partial participation on the ROOM side?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Hotel Booking System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18922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189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is weak — room_no repeats in every hotel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210312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0" y="3108960"/>
            <a:ext cx="210312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59952" y="3172968"/>
            <a:ext cx="1956816" cy="832104"/>
          </a:xfrm>
          <a:prstGeom prst="rect">
            <a:avLst/>
          </a:prstGeom>
          <a:solidFill>
            <a:srgbClr val="1F3A5F"/>
          </a:solidFill>
          <a:ln w="22225">
            <a:solidFill>
              <a:srgbClr val="FFD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74720" y="3547872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3630168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547872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3630168"/>
            <a:ext cx="1371600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766060"/>
            <a:ext cx="246888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6048" y="2857500"/>
            <a:ext cx="2249424" cy="146304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7660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1801368"/>
            <a:ext cx="1645920" cy="512064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8013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hotel_id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737360" y="2313432"/>
            <a:ext cx="365760" cy="795528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801368"/>
            <a:ext cx="1554480" cy="512064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8013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room_no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74152" y="2194560"/>
            <a:ext cx="1042416" cy="914"/>
          </a:xfrm>
          <a:prstGeom prst="line">
            <a:avLst/>
          </a:prstGeom>
          <a:noFill/>
          <a:ln w="25400">
            <a:solidFill>
              <a:srgbClr val="D23B3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52560" y="2313432"/>
            <a:ext cx="457200" cy="795528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0" y="2487168"/>
            <a:ext cx="1280160" cy="512064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flipH="1">
            <a:off x="10332720" y="2971800"/>
            <a:ext cx="274320" cy="228600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92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ROOM is weak — room 101 exists in every hotel, so room_no alone is not unique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29437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Double rectangle + double diamond + double lines (total participation)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6967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room_no is the PARTIAL key → dashed underline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6099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identity = hotel_id + room_no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 — What This Lecture Is Worth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entities appear almost every year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weak entity set? Explain with a neat ER diagram and example.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8892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88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participation constraints (total and partial) with examples.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5760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52044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between strong and weak entity sets.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52628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526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3891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partial key? How is it represented?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25780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39496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394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52578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identifying relationship?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6172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for the 5-marker, draw LOAN–PAYMENT and label all four doubled elements. Full marks.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8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Before You Go…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has name, id, address.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has name, id, address.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has name, id, address.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rectangles repeating the same attributes… aren’t they all really PEOPLE?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database INHERIT — like your Java classes?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53492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349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THE COMMENTS 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lecture: GENERALIZATION, SPECIALIZATION &amp; AGGREGATION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2026-07-22T03:56:34Z</dcterms:created>
  <dcterms:modified xsi:type="dcterms:W3CDTF">2026-07-22T03:56:34Z</dcterms:modified>
</cp:coreProperties>
</file>